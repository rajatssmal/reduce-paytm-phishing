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D6-4C4F-AAFC-3A515F50EEF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D6-4C4F-AAFC-3A515F50EE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D6-4C4F-AAFC-3A515F50EEF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D6-4C4F-AAFC-3A515F50EE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Android devieces</c:v>
                </c:pt>
                <c:pt idx="1">
                  <c:v>IOS devices</c:v>
                </c:pt>
                <c:pt idx="2">
                  <c:v>Mobile Web</c:v>
                </c:pt>
                <c:pt idx="3">
                  <c:v>Windows OS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</c:v>
                </c:pt>
                <c:pt idx="1">
                  <c:v>0.04</c:v>
                </c:pt>
                <c:pt idx="2">
                  <c:v>0.14000000000000001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3C-46E9-AE12-316C6B3DB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30D5C-9DE3-4BBA-8F31-C2E88397C3C9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9F1C9-F79A-403A-A62E-651133884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06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Statistics are</a:t>
            </a:r>
            <a:r>
              <a:rPr lang="en-IN" baseline="0" dirty="0" smtClean="0"/>
              <a:t> </a:t>
            </a:r>
            <a:r>
              <a:rPr lang="en-IN" baseline="0" dirty="0" err="1" smtClean="0"/>
              <a:t>are</a:t>
            </a:r>
            <a:r>
              <a:rPr lang="en-IN" baseline="0" dirty="0" smtClean="0"/>
              <a:t> taken from </a:t>
            </a:r>
            <a:r>
              <a:rPr lang="en-IN" dirty="0" smtClean="0"/>
              <a:t>expandedramblings.com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9F1C9-F79A-403A-A62E-65113388470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33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88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3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16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9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3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26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1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13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22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02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1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77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859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90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C8878-1733-4CFF-9F62-B66AB92F715B}" type="datetimeFigureOut">
              <a:rPr lang="en-IN" smtClean="0"/>
              <a:t>03-02-2019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9DE9B-DC0D-4AA9-A9AC-C87D8EF93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217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5667" y="-572350"/>
            <a:ext cx="7766936" cy="1646302"/>
          </a:xfrm>
        </p:spPr>
        <p:txBody>
          <a:bodyPr/>
          <a:lstStyle/>
          <a:p>
            <a:pPr algn="ctr"/>
            <a:r>
              <a:rPr lang="en-IN" dirty="0" smtClean="0"/>
              <a:t>Team Details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0847" y="1256837"/>
            <a:ext cx="6871447" cy="543979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b="1" u="sng" dirty="0" smtClean="0"/>
              <a:t>Team Name</a:t>
            </a:r>
            <a:r>
              <a:rPr lang="en-IN" b="1" dirty="0" smtClean="0"/>
              <a:t>-</a:t>
            </a:r>
          </a:p>
          <a:p>
            <a:pPr algn="ctr"/>
            <a:r>
              <a:rPr lang="en-IN" dirty="0" smtClean="0"/>
              <a:t>Tech Thalaivas</a:t>
            </a:r>
          </a:p>
          <a:p>
            <a:pPr algn="ctr"/>
            <a:endParaRPr lang="en-IN" dirty="0"/>
          </a:p>
          <a:p>
            <a:r>
              <a:rPr lang="en-IN" b="1" u="sng" dirty="0"/>
              <a:t>Institute-</a:t>
            </a:r>
            <a:r>
              <a:rPr lang="en-IN" u="sng" dirty="0"/>
              <a:t> </a:t>
            </a:r>
            <a:endParaRPr lang="en-IN" u="sng" dirty="0" smtClean="0"/>
          </a:p>
          <a:p>
            <a:r>
              <a:rPr lang="en-IN" dirty="0" smtClean="0"/>
              <a:t>Govt</a:t>
            </a:r>
            <a:r>
              <a:rPr lang="en-IN" dirty="0"/>
              <a:t>. Engineering College ,Ajmer</a:t>
            </a:r>
          </a:p>
          <a:p>
            <a:pPr algn="ctr"/>
            <a:endParaRPr lang="en-IN" dirty="0" smtClean="0"/>
          </a:p>
          <a:p>
            <a:pPr algn="ctr"/>
            <a:r>
              <a:rPr lang="en-IN" b="1" u="sng" dirty="0" smtClean="0"/>
              <a:t>Team Members-</a:t>
            </a:r>
          </a:p>
          <a:p>
            <a:pPr algn="ctr"/>
            <a:r>
              <a:rPr lang="en-IN" dirty="0" err="1" smtClean="0"/>
              <a:t>Rajat</a:t>
            </a:r>
            <a:r>
              <a:rPr lang="en-IN" dirty="0" smtClean="0"/>
              <a:t> Shri </a:t>
            </a:r>
            <a:r>
              <a:rPr lang="en-IN" dirty="0" err="1" smtClean="0"/>
              <a:t>Shrimal</a:t>
            </a:r>
            <a:endParaRPr lang="en-IN" dirty="0" smtClean="0"/>
          </a:p>
          <a:p>
            <a:pPr algn="ctr"/>
            <a:r>
              <a:rPr lang="en-IN" dirty="0" err="1" smtClean="0"/>
              <a:t>Kshitij</a:t>
            </a:r>
            <a:r>
              <a:rPr lang="en-IN" dirty="0" smtClean="0"/>
              <a:t> </a:t>
            </a:r>
            <a:r>
              <a:rPr lang="en-IN" dirty="0" err="1" smtClean="0"/>
              <a:t>Abhay</a:t>
            </a:r>
            <a:endParaRPr lang="en-IN" dirty="0" smtClean="0"/>
          </a:p>
          <a:p>
            <a:pPr algn="ctr"/>
            <a:r>
              <a:rPr lang="en-IN" dirty="0" err="1" smtClean="0"/>
              <a:t>Mukul</a:t>
            </a:r>
            <a:r>
              <a:rPr lang="en-IN" dirty="0" smtClean="0"/>
              <a:t> Dhaka</a:t>
            </a:r>
          </a:p>
          <a:p>
            <a:pPr algn="ctr"/>
            <a:r>
              <a:rPr lang="en-IN" dirty="0" err="1" smtClean="0"/>
              <a:t>Manpreet</a:t>
            </a:r>
            <a:r>
              <a:rPr lang="en-IN" dirty="0" smtClean="0"/>
              <a:t> Singh</a:t>
            </a:r>
          </a:p>
          <a:p>
            <a:pPr algn="ctr"/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621855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60750"/>
            <a:ext cx="8596668" cy="3207250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/>
              <a:t>Reducing phishing attacks in online/mobile wallets and net banking</a:t>
            </a:r>
            <a:r>
              <a:rPr lang="en-US" u="sng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Phishing </a:t>
            </a:r>
            <a:r>
              <a:rPr lang="en-US" dirty="0"/>
              <a:t>attacks are becoming </a:t>
            </a:r>
            <a:r>
              <a:rPr lang="en-US" dirty="0" smtClean="0"/>
              <a:t>common. </a:t>
            </a: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common man is </a:t>
            </a:r>
            <a:r>
              <a:rPr lang="en-US" dirty="0" smtClean="0"/>
              <a:t>sometimes duped </a:t>
            </a:r>
            <a:r>
              <a:rPr lang="en-US" dirty="0"/>
              <a:t>of hard earned saving due to phishing attacks. </a:t>
            </a:r>
            <a:r>
              <a:rPr lang="en-US" dirty="0" smtClean="0"/>
              <a:t>Especially, senior citizens and villagers are more vulnerable. </a:t>
            </a:r>
            <a:r>
              <a:rPr lang="en-US" dirty="0"/>
              <a:t>They are targeted for their net banking/online wallet </a:t>
            </a:r>
            <a:r>
              <a:rPr lang="en-US" dirty="0" smtClean="0"/>
              <a:t>PIN and passwords. </a:t>
            </a:r>
            <a:r>
              <a:rPr lang="en-US" dirty="0"/>
              <a:t>The developer should design a system to solve this problem. This </a:t>
            </a:r>
            <a:r>
              <a:rPr lang="en-US" dirty="0" smtClean="0"/>
              <a:t>problem is not only technology specific, but also </a:t>
            </a:r>
            <a:r>
              <a:rPr lang="en-US" dirty="0"/>
              <a:t>focus will have to </a:t>
            </a:r>
            <a:r>
              <a:rPr lang="en-US" dirty="0" smtClean="0"/>
              <a:t>be </a:t>
            </a:r>
            <a:r>
              <a:rPr lang="en-US" dirty="0"/>
              <a:t>put on User Experience (UX) </a:t>
            </a:r>
            <a:r>
              <a:rPr lang="en-US" dirty="0" smtClean="0"/>
              <a:t>and </a:t>
            </a:r>
            <a:r>
              <a:rPr lang="en-US" dirty="0"/>
              <a:t>User Interface (UI) </a:t>
            </a:r>
            <a:r>
              <a:rPr lang="en-US" dirty="0" smtClean="0"/>
              <a:t>design. Solutions </a:t>
            </a:r>
            <a:r>
              <a:rPr lang="en-US" dirty="0"/>
              <a:t>should keep in mind </a:t>
            </a:r>
            <a:r>
              <a:rPr lang="en-US" dirty="0" smtClean="0"/>
              <a:t>the targetable user category, who </a:t>
            </a:r>
            <a:r>
              <a:rPr lang="en-US" dirty="0"/>
              <a:t>are not technically </a:t>
            </a:r>
            <a:r>
              <a:rPr lang="en-US" dirty="0" smtClean="0"/>
              <a:t>savvy.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85561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89" y="159605"/>
            <a:ext cx="10353761" cy="1326321"/>
          </a:xfrm>
        </p:spPr>
        <p:txBody>
          <a:bodyPr/>
          <a:lstStyle/>
          <a:p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Solution</a:t>
            </a:r>
            <a:r>
              <a:rPr lang="en-IN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776" y="1459506"/>
            <a:ext cx="10461812" cy="63666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Login </a:t>
            </a:r>
            <a:r>
              <a:rPr lang="en-IN" dirty="0"/>
              <a:t>Verification :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1800" dirty="0" smtClean="0"/>
              <a:t>Pre </a:t>
            </a:r>
            <a:r>
              <a:rPr lang="en-IN" sz="1800" dirty="0"/>
              <a:t>existing </a:t>
            </a:r>
            <a:r>
              <a:rPr lang="en-IN" sz="1800" dirty="0" smtClean="0"/>
              <a:t>features (Password </a:t>
            </a:r>
            <a:r>
              <a:rPr lang="en-IN" sz="1800" dirty="0"/>
              <a:t>and </a:t>
            </a:r>
            <a:r>
              <a:rPr lang="en-IN" sz="1800" dirty="0" smtClean="0"/>
              <a:t>OTP)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Transaction Verification :</a:t>
            </a:r>
          </a:p>
          <a:p>
            <a:pPr marL="457200" lvl="1" indent="0">
              <a:buNone/>
            </a:pPr>
            <a:r>
              <a:rPr lang="en-IN" dirty="0" smtClean="0"/>
              <a:t>	Read </a:t>
            </a:r>
            <a:r>
              <a:rPr lang="en-IN" dirty="0"/>
              <a:t>phone state (Solution of OTP</a:t>
            </a:r>
            <a:r>
              <a:rPr lang="en-IN" dirty="0" smtClean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To increase its functionality : “ TRUSTED CONTACTS ”</a:t>
            </a:r>
          </a:p>
          <a:p>
            <a:pPr marL="0" indent="0">
              <a:buNone/>
            </a:pPr>
            <a:r>
              <a:rPr lang="en-IN" dirty="0"/>
              <a:t>	 Feature to provide unique Id to each verified customer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For Trusted Devices:     “E-Tag”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E-Tag for own PC/Laptop.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To stay away from fraud link : ” Browser Extension ”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It will block links having URL and html code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similar to actual paytm web pages</a:t>
            </a:r>
            <a:r>
              <a:rPr lang="en-IN" dirty="0" smtClean="0"/>
              <a:t>.</a:t>
            </a:r>
            <a:endParaRPr lang="en-IN" sz="1900" dirty="0" smtClean="0"/>
          </a:p>
          <a:p>
            <a:pPr marL="0" indent="0">
              <a:buNone/>
            </a:pPr>
            <a:r>
              <a:rPr lang="en-IN" dirty="0"/>
              <a:t>	</a:t>
            </a: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416155055"/>
              </p:ext>
            </p:extLst>
          </p:nvPr>
        </p:nvGraphicFramePr>
        <p:xfrm>
          <a:off x="7278291" y="11687"/>
          <a:ext cx="5142754" cy="386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2" t="12353" r="23152" b="23726"/>
          <a:stretch/>
        </p:blipFill>
        <p:spPr>
          <a:xfrm>
            <a:off x="8672748" y="2955055"/>
            <a:ext cx="2353840" cy="379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12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6" grpId="0">
        <p:bldAsOne/>
      </p:bldGraphic>
      <p:bldGraphic spid="6" grpId="1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8752"/>
            <a:ext cx="10353761" cy="1326321"/>
          </a:xfrm>
        </p:spPr>
        <p:txBody>
          <a:bodyPr/>
          <a:lstStyle/>
          <a:p>
            <a:r>
              <a:rPr lang="en-IN" dirty="0" smtClean="0"/>
              <a:t>Technology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12852"/>
            <a:ext cx="10353762" cy="3695136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 smtClean="0"/>
              <a:t>The functionality will be implemented using-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Development Environment - Android Studio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Application- Java for Android and Swift for IOS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Java </a:t>
            </a:r>
            <a:r>
              <a:rPr lang="en-IN" dirty="0" smtClean="0"/>
              <a:t>script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CSS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HTML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smtClean="0"/>
              <a:t>Chrome Extension - </a:t>
            </a:r>
            <a:r>
              <a:rPr lang="en-IN" dirty="0" err="1" smtClean="0"/>
              <a:t>json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IN" dirty="0" smtClean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6099050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3" t="12308" r="30455" b="23077"/>
          <a:stretch/>
        </p:blipFill>
        <p:spPr>
          <a:xfrm>
            <a:off x="114257" y="94544"/>
            <a:ext cx="2467578" cy="39059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4" t="12639" r="30942" b="23172"/>
          <a:stretch/>
        </p:blipFill>
        <p:spPr>
          <a:xfrm>
            <a:off x="6270067" y="175225"/>
            <a:ext cx="2269375" cy="36966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11" t="12474" r="31138" b="23701"/>
          <a:stretch/>
        </p:blipFill>
        <p:spPr>
          <a:xfrm>
            <a:off x="9555605" y="134884"/>
            <a:ext cx="2519853" cy="371010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24521" y="1657436"/>
            <a:ext cx="8460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OR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2" t="12353" r="22607" b="23334"/>
          <a:stretch/>
        </p:blipFill>
        <p:spPr>
          <a:xfrm>
            <a:off x="3106271" y="121437"/>
            <a:ext cx="2420470" cy="3891736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2581834" y="1949824"/>
            <a:ext cx="5244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2452" y="4483311"/>
            <a:ext cx="221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Login Procedure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738754" y="4483311"/>
            <a:ext cx="3176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Transaction Verification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82878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" t="13127" r="3432" b="27385"/>
          <a:stretch/>
        </p:blipFill>
        <p:spPr>
          <a:xfrm>
            <a:off x="256547" y="880536"/>
            <a:ext cx="3837693" cy="30160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" t="13333" r="2922" b="27385"/>
          <a:stretch/>
        </p:blipFill>
        <p:spPr>
          <a:xfrm>
            <a:off x="8452617" y="3563471"/>
            <a:ext cx="3645254" cy="28395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2" t="12353" r="22880" b="23334"/>
          <a:stretch/>
        </p:blipFill>
        <p:spPr>
          <a:xfrm>
            <a:off x="5294946" y="572618"/>
            <a:ext cx="2729754" cy="4410635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4370294" y="2232212"/>
            <a:ext cx="820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323730" y="2043952"/>
            <a:ext cx="1453973" cy="1210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0731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1060</TotalTime>
  <Words>84</Words>
  <Application>Microsoft Office PowerPoint</Application>
  <PresentationFormat>Widescreen</PresentationFormat>
  <Paragraphs>44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Bookman Old Style</vt:lpstr>
      <vt:lpstr>Calibri</vt:lpstr>
      <vt:lpstr>Courier New</vt:lpstr>
      <vt:lpstr>Rockwell</vt:lpstr>
      <vt:lpstr>Wingdings</vt:lpstr>
      <vt:lpstr>Damask</vt:lpstr>
      <vt:lpstr>Team Details</vt:lpstr>
      <vt:lpstr>Problem Statement:</vt:lpstr>
      <vt:lpstr>Solution:</vt:lpstr>
      <vt:lpstr>Technology Stack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Details</dc:title>
  <dc:creator>Windows User</dc:creator>
  <cp:lastModifiedBy>Kshitij Abhay</cp:lastModifiedBy>
  <cp:revision>27</cp:revision>
  <dcterms:created xsi:type="dcterms:W3CDTF">2019-02-02T12:29:00Z</dcterms:created>
  <dcterms:modified xsi:type="dcterms:W3CDTF">2019-02-03T07:00:26Z</dcterms:modified>
</cp:coreProperties>
</file>